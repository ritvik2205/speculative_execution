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BE0"/>
                </a:solidFill>
                <a:latin typeface="Calibri"/>
              </a:rPr>
              <a:t>SPECDISCOVER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Feature Engineering for a New ISA or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3DE"/>
                </a:solidFill>
                <a:latin typeface="Calibri"/>
              </a:rPr>
              <a:t>What a user actually does when the pipeline meets a target it has never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AC"/>
                </a:solidFill>
                <a:latin typeface="Calibri"/>
              </a:rPr>
              <a:t>spec/ (Phase 0 spec engine) + gen/ (Phase 2 generator) — verified against SPECDISCOVER_VERIFICATION_GAPS.md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The old way: one code path per ISA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087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Node classification lived in v54/pdg_builder.py as hardcoded regex: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_classify_opcode, _get_memory_access_type,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_extract_registers, _compute_spec_flags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Handcrafted features (v54/inline_features.py) hardcode opcode literals: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frac_movq, frac_clflush, _X86_ONLY / _ARM_ONLY lists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AT&amp;T-syntax and ARM regexes baked directly into feature code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Adding RISC-V (or any new ISA) meant editing four Python modules,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re-deriving every regex by hand, and re-testing all existing ISAs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for regressions.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5120640" cy="4206240"/>
          </a:xfrm>
          <a:prstGeom prst="roundRect">
            <a:avLst/>
          </a:prstGeom>
          <a:solidFill>
            <a:srgbClr val="FCEEEC"/>
          </a:solidFill>
          <a:ln w="15875">
            <a:solidFill>
              <a:srgbClr val="C0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C03B2E"/>
                </a:solidFill>
                <a:latin typeface="Calibri"/>
              </a:rPr>
              <a:t>Cost of a new ISA:
edit pdg_builder.py
+ edit inline_features.py
+ edit tokenizer regexes
+ hope x86/ARM don't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The new way: one JSON spec per ISA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087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spec/isa_spec.py is a generic engine that INTERPRETS a spec — it has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zero opcode/register/architecture literals of its own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A spec (base.json → x86_64.json / arm64.json / riscv.json) declares: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opcode categories, mem-access types, speculation flags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named regex patterns + ordered classification rules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register-extraction rule, addressing grammar, pipeline windows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spec_pdg_builder.py, spec_features.py and asm_tokenizer.py all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–  consume the engine — none of them name a mnemonic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737360"/>
            <a:ext cx="5074920" cy="4206240"/>
          </a:xfrm>
          <a:prstGeom prst="roundRect">
            <a:avLst/>
          </a:prstGeom>
          <a:solidFill>
            <a:srgbClr val="EAF7F0"/>
          </a:solidFill>
          <a:ln w="15875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E6B47"/>
                </a:solidFill>
                <a:latin typeface="Calibri"/>
              </a:rPr>
              <a:t>New ISA cost:
write one *.json spec
(extends base.json)
zero Python edits to
classifier / features /
tokenizer / graph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Pipeline flow: classification + generation share one spec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91640"/>
            <a:ext cx="2011680" cy="9601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0">
                <a:solidFill>
                  <a:srgbClr val="0F1B2D"/>
                </a:solidFill>
                <a:latin typeface="Calibri"/>
              </a:rPr>
              <a:t>Assembly
(any ISA)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217170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16352" y="1691640"/>
            <a:ext cx="2011680" cy="960120"/>
          </a:xfrm>
          <a:prstGeom prst="roundRect">
            <a:avLst/>
          </a:prstGeom>
          <a:solidFill>
            <a:srgbClr val="EAF7F0"/>
          </a:solidFill>
          <a:ln w="15875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E6B47"/>
                </a:solidFill>
                <a:latin typeface="Calibri"/>
              </a:rPr>
              <a:t>ISA Spec Engine
isa_spec.py + &lt;isa&gt;.json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17170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84064" y="1691640"/>
            <a:ext cx="2011680" cy="9601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0">
                <a:solidFill>
                  <a:srgbClr val="0F1B2D"/>
                </a:solidFill>
                <a:latin typeface="Calibri"/>
              </a:rPr>
              <a:t>PDG + Structural
Features + Tokenizer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14032" y="217170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51776" y="1691640"/>
            <a:ext cx="2011680" cy="9601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0">
                <a:solidFill>
                  <a:srgbClr val="0F1B2D"/>
                </a:solidFill>
                <a:latin typeface="Calibri"/>
              </a:rPr>
              <a:t>GINE Classifier
train_gine_v38.py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81744" y="217170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9488" y="1691640"/>
            <a:ext cx="2011680" cy="9601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Vulnerability class
(9-way)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399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682"/>
                </a:solidFill>
                <a:latin typeface="Calibri"/>
              </a:rPr>
              <a:t>CLASSIFY (detection path)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3977639"/>
            <a:ext cx="2194560" cy="9601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0">
                <a:solidFill>
                  <a:srgbClr val="0F1B2D"/>
                </a:solidFill>
                <a:latin typeface="Calibri"/>
              </a:rPr>
              <a:t>Generator
class + arch conditioned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3977639"/>
            <a:ext cx="2194560" cy="9601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0">
                <a:solidFill>
                  <a:srgbClr val="0F1B2D"/>
                </a:solidFill>
                <a:latin typeface="Calibri"/>
              </a:rPr>
              <a:t>Realizer
spec's realize block → concrete asm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68503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682"/>
                </a:solidFill>
                <a:latin typeface="Calibri"/>
              </a:rPr>
              <a:t>GENERATE (Phase 2, same spec)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2192" y="2651760"/>
            <a:ext cx="0" cy="1325879"/>
          </a:xfrm>
          <a:prstGeom prst="bentConnector3">
            <a:avLst/>
          </a:prstGeom>
          <a:ln w="22225">
            <a:solidFill>
              <a:srgbClr val="2EA06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9200" y="4457700"/>
            <a:ext cx="31089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554480" y="2651760"/>
            <a:ext cx="4901184" cy="1325879"/>
          </a:xfrm>
          <a:prstGeom prst="bentConnector3">
            <a:avLst/>
          </a:prstGeom>
          <a:ln w="22225">
            <a:solidFill>
              <a:srgbClr val="6B768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79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682"/>
                </a:solidFill>
                <a:latin typeface="Calibri"/>
              </a:rPr>
              <a:t>synthetic
gadgets feed
back as new
training data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552944" y="2651760"/>
            <a:ext cx="804672" cy="1805940"/>
          </a:xfrm>
          <a:prstGeom prst="bentConnector3">
            <a:avLst/>
          </a:prstGeom>
          <a:ln w="22225">
            <a:solidFill>
              <a:srgbClr val="C87A1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77456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7A1E"/>
                </a:solidFill>
                <a:latin typeface="Calibri"/>
              </a:rPr>
              <a:t>steering checked
by classifier only
(no gem5 yet)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91672" cy="10515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2B3A4A"/>
                </a:solidFill>
                <a:latin typeface="Calibri"/>
              </a:rPr>
              <a:t>One spec file per ISA feeds BOTH halves: node classification / PDG / features (top row) and gadget generation (bottom row). Every claim in either half is checked against an independent oracle (llvm-mc + capstone) before it's trusted — see SPECDISCOVER_VERIFICATION_GAPS.md.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Adding a new ISA, step by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91640"/>
            <a:ext cx="2697480" cy="5029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   Author the spec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97480" cy="1828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2B3A4A"/>
                </a:solidFill>
                <a:latin typeface="Calibri"/>
              </a:rPr>
              <a:t>Copy base.json, override
patterns/registers/addressing
for the new mnemonic grammar
(e.g. riscv.json)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64408" y="196596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02152" y="1691640"/>
            <a:ext cx="2697480" cy="5029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  Load &amp;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286000"/>
            <a:ext cx="2697480" cy="1828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2B3A4A"/>
                </a:solidFill>
                <a:latin typeface="Calibri"/>
              </a:rPr>
              <a:t>load_engine("new.json") drives
SpecBackedPDGBuilder + spec_features
+ asm_tokenizer — no other code runs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196596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55664" y="1691640"/>
            <a:ext cx="2697480" cy="5029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   Validate vs. an
independent oracle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2286000"/>
            <a:ext cx="2697480" cy="1828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2B3A4A"/>
                </a:solidFill>
                <a:latin typeface="Calibri"/>
              </a:rPr>
              <a:t>validate_external.py checks spec
categories against llvm-mc + capstone
(shares no code with our regexes)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71432" y="1965960"/>
            <a:ext cx="219456" cy="0"/>
          </a:xfrm>
          <a:prstGeom prst="bentConnector3">
            <a:avLst/>
          </a:prstGeom>
          <a:ln w="22225">
            <a:solidFill>
              <a:srgbClr val="2E8B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9176" y="1691640"/>
            <a:ext cx="2697480" cy="50292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   Run on real corpus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2286000"/>
            <a:ext cx="2697480" cy="1828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2B3A4A"/>
                </a:solidFill>
                <a:latin typeface="Calibri"/>
              </a:rPr>
              <a:t>validate_*_corpus.py builds PDGs on
compiled assembly, reports oracle
agreement % and OTHER-fraction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91672" cy="14173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50" b="0">
                <a:solidFill>
                  <a:srgbClr val="0F1B2D"/>
                </a:solidFill>
                <a:latin typeface="Calibri"/>
              </a:rPr>
              <a:t>Result: SPECTRE/MDS/L1TF etc. classification, PDG graphs, and structural features all come from the same code path used for x86_64/ARM64 — but a 5th step, "retrain or fine-tune," is required before the classifier itself works on the new ISA (see Results).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BLAST 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What the user touches vs. what never moves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00200"/>
            <a:ext cx="5394960" cy="502920"/>
          </a:xfrm>
          <a:prstGeom prst="roundRect">
            <a:avLst/>
          </a:prstGeom>
          <a:solidFill>
            <a:srgbClr val="2E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User writes / 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spec/&lt;new_isa&gt;.json  (extends base.json)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2B3A4A"/>
                </a:solidFill>
                <a:latin typeface="Calibri"/>
              </a:rPr>
              <a:t>–  patterns: load, store, branch_cond/uncond, call,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2B3A4A"/>
                </a:solidFill>
                <a:latin typeface="Calibri"/>
              </a:rPr>
              <a:t>–  ret, indirect, compare, fence, cache, timing, ...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reg pattern (register syntax for this ISA)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addressing grammar (imm / mem / mem_idx / fn)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realize block (register pool, mem template) —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2B3A4A"/>
                </a:solidFill>
                <a:latin typeface="Calibri"/>
              </a:rPr>
              <a:t>–  only if using the Phase-2 gadget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94960" cy="50292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Never edited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spec/isa_spec.py — the interpreter engine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spec/spec_pdg_builder.py — graph construction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spec/spec_features.py — structural feature tier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spec/asm_tokenizer.py — normalization for the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2B3A4A"/>
                </a:solidFill>
                <a:latin typeface="Calibri"/>
              </a:rPr>
              <a:t>–  learned MLM encoder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B3A4A"/>
                </a:solidFill>
                <a:latin typeface="Calibri"/>
              </a:rPr>
              <a:t>•  v54/pdg_builder.py base class + edge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PROOF POINT — 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RISC-V: front end proven, end task is not free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554480"/>
            <a:ext cx="5394960" cy="457200"/>
          </a:xfrm>
          <a:prstGeom prst="round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 end (parsing / graph-building)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riscv.json authored blind from the RV64GC manual —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not derived from any RISC-V corpus in the repo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498/498 real compiled RV64 files build valid PDG graphs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88.2% control-flow agreement vs. independent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llvm-mc + capstone oracle (remaining gap confirmed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oracle-side via a 3rd toolchain, objdump)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Zero classification-code changes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94960" cy="457200"/>
          </a:xfrm>
          <a:prstGeom prst="round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End task (vulnerability classification)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Scored the trained classifier zero-shot on 496 real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labeled RV64 gadgets — never trained on riscv64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Result: 15.32% accuracy (vs. 97.07% on its own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x86/ARM test set)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L1TF / BHI / SPECTRE_V4 / SPECTRE_RSB recall = 0%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3A4A"/>
                </a:solidFill>
                <a:latin typeface="Calibri"/>
              </a:rPr>
              <a:t>•  Compounding bug found: ARCH_VOCAB has no "riscv64"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key — arch embedding silently falls back to an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2B3A4A"/>
                </a:solidFill>
                <a:latin typeface="Calibri"/>
              </a:rPr>
              <a:t>–  untrained "unknown" 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1091672" cy="1188720"/>
          </a:xfrm>
          <a:prstGeom prst="roundRect">
            <a:avLst/>
          </a:prstGeom>
          <a:solidFill>
            <a:srgbClr val="FCEEEC"/>
          </a:solidFill>
          <a:ln w="15875">
            <a:solidFill>
              <a:srgbClr val="C0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C03B2E"/>
                </a:solidFill>
                <a:latin typeface="Calibri"/>
              </a:rPr>
              <a:t>Honest takeaway: "a new ISA needs only a spec file" is TRUE for parsing/features, FALSE for detection — the classifier still needs a real ARCH_VOCAB entry and retraining/fine-tuning on the new ISA before it detects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Same spec also drives gadget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gen/generator.py emits class-conditioned, normalized instruction sequences (e.g. "movq &lt;mem-idx&gt; &lt;reg&gt;")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gen/realize.py turns those placeholders into concrete syntax for a target ISA using the spec's realize block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3A4A"/>
                </a:solidFill>
                <a:latin typeface="Calibri"/>
              </a:rPr>
              <a:t>•  (register_pool, mem/mem_idx templates, imm_prefix, sym) — the same JSON file used for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11091672" cy="201168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New ISA → one spec file feeds BOTH halves of the pipeline:
classification / PDG / feature extraction  AND  synthetic gadget generation for augmentation.
(Syntactic validity of generated output is now measured — see Results.)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E0"/>
                </a:solidFill>
                <a:latin typeface="Calibri"/>
              </a:rPr>
              <a:t>VERIFICATION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B2D"/>
                </a:solidFill>
                <a:latin typeface="Calibri"/>
              </a:rPr>
              <a:t>What actually held up when checked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2700">
            <a:solidFill>
              <a:srgbClr val="E2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508760"/>
            <a:ext cx="5394960" cy="19659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2E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0F1B2D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B2D"/>
                </a:solidFill>
                <a:latin typeface="Calibri"/>
              </a:rPr>
              <a:t>Flagship model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682"/>
                </a:solidFill>
                <a:latin typeface="Calibri"/>
              </a:rPr>
              <a:t>Claimed:  96.14% (locked test split)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000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Verified:  94.82% under group-holdout (macro-F1 +4.07pp better)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6B"/>
                </a:solidFill>
                <a:latin typeface="Calibri"/>
              </a:rPr>
              <a:t>HOLDS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94960" cy="19659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C0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0F1B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60020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B2D"/>
                </a:solidFill>
                <a:latin typeface="Calibri"/>
              </a:rPr>
              <a:t>RISC-V (new-ISA)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98424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682"/>
                </a:solidFill>
                <a:latin typeface="Calibri"/>
              </a:rPr>
              <a:t>Claimed:  “a new ISA needs only a spec file”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35000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Verified:  15.32% zero-shot accuracy — several classes at 0%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301752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B2E"/>
                </a:solidFill>
                <a:latin typeface="Calibri"/>
              </a:rPr>
              <a:t>FAILS END-TASK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394960" cy="19659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C0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0F1B2D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49039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B2D"/>
                </a:solidFill>
                <a:latin typeface="Calibri"/>
              </a:rPr>
              <a:t>Automated (spec) vs. hand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33087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682"/>
                </a:solidFill>
                <a:latin typeface="Calibri"/>
              </a:rPr>
              <a:t>Claimed:  spec-generic beats hand-58 by +13pp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49884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Verified:  Reverses under group-holdout: hand-58 wins by +3.9pp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6636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B2E"/>
                </a:solidFill>
                <a:latin typeface="Calibri"/>
              </a:rPr>
              <a:t>CLAIM REVERSED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394960" cy="19659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C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0F1B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749039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B2D"/>
                </a:solidFill>
                <a:latin typeface="Calibri"/>
              </a:rPr>
              <a:t>Speculative-edge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133087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682"/>
                </a:solidFill>
                <a:latin typeface="Calibri"/>
              </a:rPr>
              <a:t>Claimed:  removing edges costs −3.75pp macro-F1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498848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Verified:  Not statistically significant at 10 seeds — finding retracted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5166360"/>
            <a:ext cx="5065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7A1E"/>
                </a:solidFill>
                <a:latin typeface="Calibri"/>
              </a:rPr>
              <a:t>RETRACTED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682"/>
                </a:solidFill>
                <a:latin typeface="Calibri"/>
              </a:rPr>
              <a:t>Also quantified: generator output is only 2.3% fully syntactically valid per gadget (71.5% per-instruction). Full audit: SPECDISCOVER_VERIFICATION_GAPS.md (10/10 gaps closed).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BE0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new language or ISA is a data file for the FRONT END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B4A0"/>
                </a:solidFill>
                <a:latin typeface="Calibri"/>
              </a:rPr>
              <a:t>not yet a data file for detection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3E9EF"/>
                </a:solidFill>
                <a:latin typeface="Calibri"/>
              </a:rPr>
              <a:t>•  Write one JSON spec (extends base.json) — classification, PDG graphs, structural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E3E9EF"/>
                </a:solidFill>
                <a:latin typeface="Calibri"/>
              </a:rPr>
              <a:t>–  features, tokenization, and gadget generation all come for free, verified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E3E9EF"/>
                </a:solidFill>
                <a:latin typeface="Calibri"/>
              </a:rPr>
              <a:t>–  against an independent oracle (98.80–99.86% agreement)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3E9EF"/>
                </a:solidFill>
                <a:latin typeface="Calibri"/>
              </a:rPr>
              <a:t>•  But the classifier itself needs a real ARCH_VOCAB entry + retraining/fine-tuning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E3E9EF"/>
                </a:solidFill>
                <a:latin typeface="Calibri"/>
              </a:rPr>
              <a:t>–  before it detects anything on the new ISA — confirmed by a real 15.32%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E3E9EF"/>
                </a:solidFill>
                <a:latin typeface="Calibri"/>
              </a:rPr>
              <a:t>–  zero-shot score on RISC-V, not assumed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3E9EF"/>
                </a:solidFill>
                <a:latin typeface="Calibri"/>
              </a:rPr>
              <a:t>•  Every number in this deck is traceable to SPECDISCOVER_VERIFICATION_GAPS.md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SpecDiscover · Feature-Engineering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6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